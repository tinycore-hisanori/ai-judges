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3"/>
    <p:sldId id="257" r:id="rId2"/>
  </p:sldIdLst>
</p:presentation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s"/>
          <p:cNvSpPr/>
          <p:nvPr>
            <p:ph type="sldImg"/>
          </p:nvPr>
        </p:nvSpPr>
        <p:txBody/>
      </p:sp>
      <p:sp>
        <p:nvSpPr>
          <p:cNvPr id="2" name="s"/>
          <p:cNvSpPr/>
          <p:nvPr>
            <p:ph type="body"/>
          </p:nvPr>
        </p:nvSpPr>
        <p:txBody>
          <a:p>
            <a:r>
              <a:t>Speaker note: open with the demo story.</a:t>
            </a:r>
          </a:p>
        </p:txBody>
      </p:sp>
      <p:sp>
        <p:nvSpPr>
          <p:cNvPr id="2" name="s"/>
          <p:cNvSpPr/>
          <p:nvPr>
            <p:ph type="sldNum"/>
          </p:nvPr>
        </p:nvSpPr>
        <p:txBody>
          <a:p>
            <a:r>
              <a:t>1</a:t>
            </a:r>
          </a:p>
        </p:txBody>
      </p:sp>
    </p:spTree>
  </p:cSld>
</p:note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s"/>
          <p:cNvSpPr/>
          <p:nvPr>
            <p:ph type="title"/>
          </p:nvPr>
        </p:nvSpPr>
        <p:txBody>
          <a:p>
            <a:r>
              <a:t>Business model</a:t>
            </a:r>
          </a:p>
        </p:txBody>
      </p:sp>
      <p:sp>
        <p:nvSpPr>
          <p:cNvPr id="2" name="s"/>
          <p:cNvSpPr/>
          <p:nvPr/>
        </p:nvSpPr>
        <p:txBody>
          <a:p>
            <a:r>
              <a:t>Free for individuals; $9/month team tier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s"/>
          <p:cNvSpPr/>
          <p:nvPr>
            <p:ph type="title"/>
          </p:nvPr>
        </p:nvSpPr>
        <p:txBody>
          <a:p>
            <a:r>
              <a:t>AI Judges</a:t>
            </a:r>
          </a:p>
        </p:txBody>
      </p:sp>
      <p:sp>
        <p:nvSpPr>
          <p:cNvPr id="2" name="s"/>
          <p:cNvSpPr/>
          <p:nvPr/>
        </p:nvSpPr>
        <p:txBody>
          <a:p>
            <a:r>
              <a:t>Three local judges </a:t>
            </a:r>
            <a:r>
              <a:t>critique your pitch</a:t>
            </a:r>
          </a:p>
          <a:p>
            <a:r>
              <a:t>Runs on Ollama</a:t>
            </a:r>
          </a:p>
        </p:txBody>
      </p:sp>
    </p:spTree>
  </p:cSld>
</p:sld>
</file>